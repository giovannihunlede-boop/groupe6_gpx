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nter Bold" charset="1" panose="02000503000000020004"/>
      <p:regular r:id="rId16"/>
    </p:embeddedFont>
    <p:embeddedFont>
      <p:font typeface="Inter" charset="1" panose="02000503000000020004"/>
      <p:regular r:id="rId17"/>
    </p:embeddedFont>
    <p:embeddedFont>
      <p:font typeface="Open Sans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7491" y="-101039"/>
            <a:ext cx="18462967" cy="10489398"/>
            <a:chOff x="0" y="0"/>
            <a:chExt cx="11557000" cy="6565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72771"/>
              <a:ext cx="11430000" cy="6429375"/>
            </a:xfrm>
            <a:custGeom>
              <a:avLst/>
              <a:gdLst/>
              <a:ahLst/>
              <a:cxnLst/>
              <a:rect r="r" b="b" t="t" l="l"/>
              <a:pathLst>
                <a:path h="6429375" w="11430000">
                  <a:moveTo>
                    <a:pt x="0" y="6429375"/>
                  </a:moveTo>
                  <a:lnTo>
                    <a:pt x="11430000" y="6429375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0"/>
                  </a:moveTo>
                  <a:lnTo>
                    <a:pt x="0" y="9271"/>
                  </a:lnTo>
                  <a:lnTo>
                    <a:pt x="11430000" y="9271"/>
                  </a:lnTo>
                  <a:lnTo>
                    <a:pt x="11430000" y="0"/>
                  </a:lnTo>
                  <a:close/>
                  <a:moveTo>
                    <a:pt x="0" y="6438646"/>
                  </a:moveTo>
                  <a:lnTo>
                    <a:pt x="0" y="6438900"/>
                  </a:lnTo>
                  <a:lnTo>
                    <a:pt x="11430000" y="6438900"/>
                  </a:lnTo>
                  <a:lnTo>
                    <a:pt x="11430000" y="643864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426510" y="15217"/>
            <a:ext cx="6847531" cy="10271296"/>
            <a:chOff x="0" y="0"/>
            <a:chExt cx="5715000" cy="8572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15000" cy="8572500"/>
            </a:xfrm>
            <a:custGeom>
              <a:avLst/>
              <a:gdLst/>
              <a:ahLst/>
              <a:cxnLst/>
              <a:rect r="r" b="b" t="t" l="l"/>
              <a:pathLst>
                <a:path h="85725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8572500"/>
                  </a:lnTo>
                  <a:lnTo>
                    <a:pt x="0" y="857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7" t="0" r="-97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04705" y="1180136"/>
            <a:ext cx="8990930" cy="1762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49"/>
              </a:lnSpc>
            </a:pPr>
            <a:r>
              <a:rPr lang="en-US" b="true" sz="557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GÉNÉRATION DE FICHIERS GPX AVEC PYTHON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43100" y="3110305"/>
            <a:ext cx="81120" cy="616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1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4705" y="3110305"/>
            <a:ext cx="1827986" cy="616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1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Présentépar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4705" y="3871142"/>
            <a:ext cx="3897356" cy="5257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1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HOUNLEDE A.GIOVANI ASSORO DIEU-DONNÉ ESSILIVI BENILLA, GADEMO K. CREDO N'GROU K. AMBROISE TCHAZINON MERVEILLE (Groupe TC2-C) M. KEOUTA.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7491" y="-101039"/>
            <a:ext cx="18462967" cy="10489398"/>
            <a:chOff x="0" y="0"/>
            <a:chExt cx="11557000" cy="6565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72771"/>
              <a:ext cx="11430000" cy="6429375"/>
            </a:xfrm>
            <a:custGeom>
              <a:avLst/>
              <a:gdLst/>
              <a:ahLst/>
              <a:cxnLst/>
              <a:rect r="r" b="b" t="t" l="l"/>
              <a:pathLst>
                <a:path h="6429375" w="11430000">
                  <a:moveTo>
                    <a:pt x="0" y="6429375"/>
                  </a:moveTo>
                  <a:lnTo>
                    <a:pt x="11430000" y="6429375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0"/>
                  </a:moveTo>
                  <a:lnTo>
                    <a:pt x="0" y="9271"/>
                  </a:lnTo>
                  <a:lnTo>
                    <a:pt x="11430000" y="9271"/>
                  </a:lnTo>
                  <a:lnTo>
                    <a:pt x="11430000" y="0"/>
                  </a:lnTo>
                  <a:close/>
                  <a:moveTo>
                    <a:pt x="0" y="6438646"/>
                  </a:moveTo>
                  <a:lnTo>
                    <a:pt x="0" y="6438900"/>
                  </a:lnTo>
                  <a:lnTo>
                    <a:pt x="11430000" y="6438900"/>
                  </a:lnTo>
                  <a:lnTo>
                    <a:pt x="11430000" y="643864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959" y="15217"/>
            <a:ext cx="6847531" cy="10271296"/>
            <a:chOff x="0" y="0"/>
            <a:chExt cx="5715000" cy="8572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15000" cy="8572500"/>
            </a:xfrm>
            <a:custGeom>
              <a:avLst/>
              <a:gdLst/>
              <a:ahLst/>
              <a:cxnLst/>
              <a:rect r="r" b="b" t="t" l="l"/>
              <a:pathLst>
                <a:path h="85725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8572500"/>
                  </a:lnTo>
                  <a:lnTo>
                    <a:pt x="0" y="857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7" t="0" r="-97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749128" y="6502613"/>
            <a:ext cx="5437442" cy="735470"/>
            <a:chOff x="0" y="0"/>
            <a:chExt cx="3403600" cy="4603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1038225" cy="333502"/>
            </a:xfrm>
            <a:custGeom>
              <a:avLst/>
              <a:gdLst/>
              <a:ahLst/>
              <a:cxnLst/>
              <a:rect r="r" b="b" t="t" l="l"/>
              <a:pathLst>
                <a:path h="333502" w="1038225">
                  <a:moveTo>
                    <a:pt x="0" y="283718"/>
                  </a:moveTo>
                  <a:lnTo>
                    <a:pt x="0" y="49657"/>
                  </a:lnTo>
                  <a:cubicBezTo>
                    <a:pt x="0" y="43053"/>
                    <a:pt x="1270" y="36703"/>
                    <a:pt x="3810" y="30734"/>
                  </a:cubicBezTo>
                  <a:cubicBezTo>
                    <a:pt x="6350" y="24765"/>
                    <a:pt x="9906" y="19304"/>
                    <a:pt x="14605" y="14605"/>
                  </a:cubicBezTo>
                  <a:cubicBezTo>
                    <a:pt x="19304" y="9906"/>
                    <a:pt x="24638" y="6350"/>
                    <a:pt x="30734" y="3810"/>
                  </a:cubicBezTo>
                  <a:cubicBezTo>
                    <a:pt x="36830" y="1270"/>
                    <a:pt x="43053" y="0"/>
                    <a:pt x="49657" y="0"/>
                  </a:cubicBezTo>
                  <a:lnTo>
                    <a:pt x="988568" y="0"/>
                  </a:lnTo>
                  <a:cubicBezTo>
                    <a:pt x="995172" y="0"/>
                    <a:pt x="1001522" y="1270"/>
                    <a:pt x="1007491" y="3810"/>
                  </a:cubicBezTo>
                  <a:cubicBezTo>
                    <a:pt x="1013460" y="6350"/>
                    <a:pt x="1018921" y="9906"/>
                    <a:pt x="1023620" y="14605"/>
                  </a:cubicBezTo>
                  <a:cubicBezTo>
                    <a:pt x="1028319" y="19304"/>
                    <a:pt x="1031875" y="24638"/>
                    <a:pt x="1034415" y="30734"/>
                  </a:cubicBezTo>
                  <a:cubicBezTo>
                    <a:pt x="1036955" y="36830"/>
                    <a:pt x="1038225" y="43180"/>
                    <a:pt x="1038225" y="49657"/>
                  </a:cubicBezTo>
                  <a:lnTo>
                    <a:pt x="1038225" y="283718"/>
                  </a:lnTo>
                  <a:cubicBezTo>
                    <a:pt x="1038225" y="290322"/>
                    <a:pt x="1036955" y="296672"/>
                    <a:pt x="1034415" y="302768"/>
                  </a:cubicBezTo>
                  <a:cubicBezTo>
                    <a:pt x="1031875" y="308864"/>
                    <a:pt x="1028319" y="314198"/>
                    <a:pt x="1023620" y="318897"/>
                  </a:cubicBezTo>
                  <a:cubicBezTo>
                    <a:pt x="1018921" y="323596"/>
                    <a:pt x="1013587" y="327152"/>
                    <a:pt x="1007491" y="329692"/>
                  </a:cubicBezTo>
                  <a:cubicBezTo>
                    <a:pt x="1001395" y="332232"/>
                    <a:pt x="995045" y="333502"/>
                    <a:pt x="988568" y="333502"/>
                  </a:cubicBezTo>
                  <a:lnTo>
                    <a:pt x="49657" y="333502"/>
                  </a:lnTo>
                  <a:cubicBezTo>
                    <a:pt x="43053" y="333502"/>
                    <a:pt x="36703" y="332232"/>
                    <a:pt x="30734" y="329692"/>
                  </a:cubicBezTo>
                  <a:cubicBezTo>
                    <a:pt x="24765" y="327152"/>
                    <a:pt x="19304" y="323596"/>
                    <a:pt x="14605" y="318897"/>
                  </a:cubicBezTo>
                  <a:cubicBezTo>
                    <a:pt x="9906" y="314198"/>
                    <a:pt x="6350" y="308864"/>
                    <a:pt x="3810" y="302768"/>
                  </a:cubicBezTo>
                  <a:cubicBezTo>
                    <a:pt x="1270" y="296672"/>
                    <a:pt x="0" y="290322"/>
                    <a:pt x="0" y="283718"/>
                  </a:cubicBezTo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196975" y="63500"/>
              <a:ext cx="1266952" cy="333502"/>
            </a:xfrm>
            <a:custGeom>
              <a:avLst/>
              <a:gdLst/>
              <a:ahLst/>
              <a:cxnLst/>
              <a:rect r="r" b="b" t="t" l="l"/>
              <a:pathLst>
                <a:path h="333502" w="1266952">
                  <a:moveTo>
                    <a:pt x="0" y="283718"/>
                  </a:moveTo>
                  <a:lnTo>
                    <a:pt x="0" y="49657"/>
                  </a:lnTo>
                  <a:cubicBezTo>
                    <a:pt x="0" y="43053"/>
                    <a:pt x="1270" y="36703"/>
                    <a:pt x="3810" y="30734"/>
                  </a:cubicBezTo>
                  <a:cubicBezTo>
                    <a:pt x="6350" y="24765"/>
                    <a:pt x="9906" y="19304"/>
                    <a:pt x="14605" y="14605"/>
                  </a:cubicBezTo>
                  <a:cubicBezTo>
                    <a:pt x="19304" y="9906"/>
                    <a:pt x="24638" y="6350"/>
                    <a:pt x="30734" y="3810"/>
                  </a:cubicBezTo>
                  <a:cubicBezTo>
                    <a:pt x="36830" y="1270"/>
                    <a:pt x="43180" y="0"/>
                    <a:pt x="49657" y="0"/>
                  </a:cubicBezTo>
                  <a:lnTo>
                    <a:pt x="1217295" y="0"/>
                  </a:lnTo>
                  <a:cubicBezTo>
                    <a:pt x="1223899" y="0"/>
                    <a:pt x="1230249" y="1270"/>
                    <a:pt x="1236218" y="3810"/>
                  </a:cubicBezTo>
                  <a:cubicBezTo>
                    <a:pt x="1242187" y="6350"/>
                    <a:pt x="1247648" y="9906"/>
                    <a:pt x="1252347" y="14605"/>
                  </a:cubicBezTo>
                  <a:cubicBezTo>
                    <a:pt x="1257046" y="19304"/>
                    <a:pt x="1260602" y="24638"/>
                    <a:pt x="1263142" y="30734"/>
                  </a:cubicBezTo>
                  <a:cubicBezTo>
                    <a:pt x="1265682" y="36830"/>
                    <a:pt x="1266952" y="43180"/>
                    <a:pt x="1266952" y="49657"/>
                  </a:cubicBezTo>
                  <a:lnTo>
                    <a:pt x="1266952" y="283718"/>
                  </a:lnTo>
                  <a:cubicBezTo>
                    <a:pt x="1266952" y="290322"/>
                    <a:pt x="1265682" y="296672"/>
                    <a:pt x="1263142" y="302768"/>
                  </a:cubicBezTo>
                  <a:cubicBezTo>
                    <a:pt x="1260602" y="308864"/>
                    <a:pt x="1257046" y="314198"/>
                    <a:pt x="1252347" y="318897"/>
                  </a:cubicBezTo>
                  <a:cubicBezTo>
                    <a:pt x="1247648" y="323596"/>
                    <a:pt x="1242314" y="327152"/>
                    <a:pt x="1236218" y="329692"/>
                  </a:cubicBezTo>
                  <a:cubicBezTo>
                    <a:pt x="1230122" y="332232"/>
                    <a:pt x="1223772" y="333502"/>
                    <a:pt x="1217295" y="333502"/>
                  </a:cubicBezTo>
                  <a:lnTo>
                    <a:pt x="49657" y="333502"/>
                  </a:lnTo>
                  <a:cubicBezTo>
                    <a:pt x="43053" y="333502"/>
                    <a:pt x="36703" y="332232"/>
                    <a:pt x="30734" y="329692"/>
                  </a:cubicBezTo>
                  <a:cubicBezTo>
                    <a:pt x="24765" y="327152"/>
                    <a:pt x="19304" y="323596"/>
                    <a:pt x="14605" y="318897"/>
                  </a:cubicBezTo>
                  <a:cubicBezTo>
                    <a:pt x="9906" y="314198"/>
                    <a:pt x="6350" y="308864"/>
                    <a:pt x="3810" y="302768"/>
                  </a:cubicBezTo>
                  <a:cubicBezTo>
                    <a:pt x="1270" y="296672"/>
                    <a:pt x="0" y="290322"/>
                    <a:pt x="0" y="283718"/>
                  </a:cubicBezTo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549525" y="63500"/>
              <a:ext cx="790702" cy="333502"/>
            </a:xfrm>
            <a:custGeom>
              <a:avLst/>
              <a:gdLst/>
              <a:ahLst/>
              <a:cxnLst/>
              <a:rect r="r" b="b" t="t" l="l"/>
              <a:pathLst>
                <a:path h="333502" w="790702">
                  <a:moveTo>
                    <a:pt x="0" y="283718"/>
                  </a:moveTo>
                  <a:lnTo>
                    <a:pt x="0" y="49657"/>
                  </a:lnTo>
                  <a:cubicBezTo>
                    <a:pt x="0" y="43053"/>
                    <a:pt x="1270" y="36703"/>
                    <a:pt x="3810" y="30734"/>
                  </a:cubicBezTo>
                  <a:cubicBezTo>
                    <a:pt x="6350" y="24765"/>
                    <a:pt x="9906" y="19304"/>
                    <a:pt x="14605" y="14605"/>
                  </a:cubicBezTo>
                  <a:cubicBezTo>
                    <a:pt x="19304" y="9906"/>
                    <a:pt x="24638" y="6350"/>
                    <a:pt x="30734" y="3810"/>
                  </a:cubicBezTo>
                  <a:cubicBezTo>
                    <a:pt x="36830" y="1270"/>
                    <a:pt x="43180" y="0"/>
                    <a:pt x="49657" y="0"/>
                  </a:cubicBezTo>
                  <a:lnTo>
                    <a:pt x="741045" y="0"/>
                  </a:lnTo>
                  <a:cubicBezTo>
                    <a:pt x="747649" y="0"/>
                    <a:pt x="753999" y="1270"/>
                    <a:pt x="759968" y="3810"/>
                  </a:cubicBezTo>
                  <a:cubicBezTo>
                    <a:pt x="765937" y="6350"/>
                    <a:pt x="771398" y="9906"/>
                    <a:pt x="776097" y="14605"/>
                  </a:cubicBezTo>
                  <a:cubicBezTo>
                    <a:pt x="780796" y="19304"/>
                    <a:pt x="784352" y="24638"/>
                    <a:pt x="786892" y="30734"/>
                  </a:cubicBezTo>
                  <a:cubicBezTo>
                    <a:pt x="789432" y="36830"/>
                    <a:pt x="790702" y="43180"/>
                    <a:pt x="790702" y="49657"/>
                  </a:cubicBezTo>
                  <a:lnTo>
                    <a:pt x="790702" y="283718"/>
                  </a:lnTo>
                  <a:cubicBezTo>
                    <a:pt x="790702" y="290322"/>
                    <a:pt x="789432" y="296672"/>
                    <a:pt x="786892" y="302768"/>
                  </a:cubicBezTo>
                  <a:cubicBezTo>
                    <a:pt x="784352" y="308864"/>
                    <a:pt x="780796" y="314198"/>
                    <a:pt x="776097" y="318897"/>
                  </a:cubicBezTo>
                  <a:cubicBezTo>
                    <a:pt x="771398" y="323596"/>
                    <a:pt x="766064" y="327152"/>
                    <a:pt x="759968" y="329692"/>
                  </a:cubicBezTo>
                  <a:cubicBezTo>
                    <a:pt x="753872" y="332232"/>
                    <a:pt x="747522" y="333502"/>
                    <a:pt x="741045" y="333502"/>
                  </a:cubicBezTo>
                  <a:lnTo>
                    <a:pt x="49657" y="333502"/>
                  </a:lnTo>
                  <a:cubicBezTo>
                    <a:pt x="43053" y="333502"/>
                    <a:pt x="36703" y="332232"/>
                    <a:pt x="30734" y="329692"/>
                  </a:cubicBezTo>
                  <a:cubicBezTo>
                    <a:pt x="24765" y="327152"/>
                    <a:pt x="19304" y="323596"/>
                    <a:pt x="14605" y="318897"/>
                  </a:cubicBezTo>
                  <a:cubicBezTo>
                    <a:pt x="9906" y="314198"/>
                    <a:pt x="6350" y="308864"/>
                    <a:pt x="3810" y="302768"/>
                  </a:cubicBezTo>
                  <a:cubicBezTo>
                    <a:pt x="1270" y="296672"/>
                    <a:pt x="0" y="290322"/>
                    <a:pt x="0" y="283718"/>
                  </a:cubicBezTo>
                </a:path>
              </a:pathLst>
            </a:custGeom>
            <a:solidFill>
              <a:srgbClr val="DADBF1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852236" y="3619228"/>
            <a:ext cx="9184213" cy="479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b="true" sz="557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Introduction au Format GPX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65853" y="4266777"/>
            <a:ext cx="81120" cy="616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1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52236" y="4457277"/>
            <a:ext cx="8610390" cy="426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4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Leformat GPX(GPS eXchange Format) estun standard XML pour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52236" y="4898562"/>
            <a:ext cx="9669992" cy="1339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4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stockeret échanger des donnéesGPS (points, itinéraires,parcours). Largement utilisé en navigation, sport et cartographie, Python simplifie sa génération grâce à ses bibliothèques.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21994" y="6694833"/>
            <a:ext cx="1354989" cy="300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178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NAVIGATION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25892" y="6694833"/>
            <a:ext cx="1727145" cy="300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178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CARTOGRAPHIE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994521" y="6694833"/>
            <a:ext cx="950848" cy="300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sz="178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PYTHON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7491" y="-101039"/>
            <a:ext cx="18462967" cy="10489398"/>
            <a:chOff x="0" y="0"/>
            <a:chExt cx="11557000" cy="6565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72771"/>
              <a:ext cx="11430000" cy="6429375"/>
            </a:xfrm>
            <a:custGeom>
              <a:avLst/>
              <a:gdLst/>
              <a:ahLst/>
              <a:cxnLst/>
              <a:rect r="r" b="b" t="t" l="l"/>
              <a:pathLst>
                <a:path h="6429375" w="11430000">
                  <a:moveTo>
                    <a:pt x="0" y="6429375"/>
                  </a:moveTo>
                  <a:lnTo>
                    <a:pt x="11430000" y="6429375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0"/>
                  </a:moveTo>
                  <a:lnTo>
                    <a:pt x="0" y="9271"/>
                  </a:lnTo>
                  <a:lnTo>
                    <a:pt x="11430000" y="9271"/>
                  </a:lnTo>
                  <a:lnTo>
                    <a:pt x="11430000" y="0"/>
                  </a:lnTo>
                  <a:close/>
                  <a:moveTo>
                    <a:pt x="0" y="6438646"/>
                  </a:moveTo>
                  <a:lnTo>
                    <a:pt x="0" y="6438900"/>
                  </a:lnTo>
                  <a:lnTo>
                    <a:pt x="11430000" y="6438900"/>
                  </a:lnTo>
                  <a:lnTo>
                    <a:pt x="11430000" y="643864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952790" y="2906396"/>
            <a:ext cx="10347380" cy="5782359"/>
            <a:chOff x="0" y="0"/>
            <a:chExt cx="8636000" cy="482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636000" cy="4826000"/>
            </a:xfrm>
            <a:custGeom>
              <a:avLst/>
              <a:gdLst/>
              <a:ahLst/>
              <a:cxnLst/>
              <a:rect r="r" b="b" t="t" l="l"/>
              <a:pathLst>
                <a:path h="4826000" w="8636000">
                  <a:moveTo>
                    <a:pt x="82677" y="0"/>
                  </a:moveTo>
                  <a:cubicBezTo>
                    <a:pt x="71755" y="0"/>
                    <a:pt x="61214" y="2159"/>
                    <a:pt x="51054" y="6350"/>
                  </a:cubicBezTo>
                  <a:cubicBezTo>
                    <a:pt x="40894" y="10541"/>
                    <a:pt x="32004" y="16510"/>
                    <a:pt x="24257" y="24257"/>
                  </a:cubicBezTo>
                  <a:cubicBezTo>
                    <a:pt x="16510" y="32004"/>
                    <a:pt x="10541" y="40894"/>
                    <a:pt x="6350" y="51054"/>
                  </a:cubicBezTo>
                  <a:cubicBezTo>
                    <a:pt x="2159" y="61214"/>
                    <a:pt x="0" y="71755"/>
                    <a:pt x="0" y="82677"/>
                  </a:cubicBezTo>
                  <a:lnTo>
                    <a:pt x="0" y="4743323"/>
                  </a:lnTo>
                  <a:cubicBezTo>
                    <a:pt x="0" y="4754245"/>
                    <a:pt x="2159" y="4764786"/>
                    <a:pt x="6350" y="4774946"/>
                  </a:cubicBezTo>
                  <a:cubicBezTo>
                    <a:pt x="10541" y="4785106"/>
                    <a:pt x="16510" y="4793996"/>
                    <a:pt x="24257" y="4801743"/>
                  </a:cubicBezTo>
                  <a:cubicBezTo>
                    <a:pt x="32004" y="4809490"/>
                    <a:pt x="40894" y="4815459"/>
                    <a:pt x="51054" y="4819650"/>
                  </a:cubicBezTo>
                  <a:cubicBezTo>
                    <a:pt x="60960" y="4823714"/>
                    <a:pt x="71374" y="4825873"/>
                    <a:pt x="82169" y="4826000"/>
                  </a:cubicBezTo>
                  <a:lnTo>
                    <a:pt x="8553831" y="4826000"/>
                  </a:lnTo>
                  <a:cubicBezTo>
                    <a:pt x="8564626" y="4825873"/>
                    <a:pt x="8574913" y="4823841"/>
                    <a:pt x="8584947" y="4819650"/>
                  </a:cubicBezTo>
                  <a:cubicBezTo>
                    <a:pt x="8595106" y="4815459"/>
                    <a:pt x="8603997" y="4809490"/>
                    <a:pt x="8611743" y="4801743"/>
                  </a:cubicBezTo>
                  <a:cubicBezTo>
                    <a:pt x="8619490" y="4793996"/>
                    <a:pt x="8625460" y="4784979"/>
                    <a:pt x="8629650" y="4774946"/>
                  </a:cubicBezTo>
                  <a:cubicBezTo>
                    <a:pt x="8633841" y="4764913"/>
                    <a:pt x="8636000" y="4754245"/>
                    <a:pt x="8636000" y="4743323"/>
                  </a:cubicBezTo>
                  <a:lnTo>
                    <a:pt x="8636000" y="82677"/>
                  </a:lnTo>
                  <a:cubicBezTo>
                    <a:pt x="8636000" y="71755"/>
                    <a:pt x="8633841" y="61214"/>
                    <a:pt x="8629650" y="51054"/>
                  </a:cubicBezTo>
                  <a:cubicBezTo>
                    <a:pt x="8625460" y="40894"/>
                    <a:pt x="8619490" y="32004"/>
                    <a:pt x="8611743" y="24257"/>
                  </a:cubicBezTo>
                  <a:cubicBezTo>
                    <a:pt x="8603997" y="16510"/>
                    <a:pt x="8595106" y="10541"/>
                    <a:pt x="8584946" y="6350"/>
                  </a:cubicBezTo>
                  <a:cubicBezTo>
                    <a:pt x="8574785" y="2159"/>
                    <a:pt x="8564245" y="0"/>
                    <a:pt x="8553323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04705" y="1246578"/>
            <a:ext cx="7653774" cy="6678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801"/>
              </a:lnSpc>
            </a:pPr>
            <a:r>
              <a:rPr lang="en-US" b="true" sz="557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Qu'est-ce que le GPX ?</a:t>
            </a:r>
          </a:p>
          <a:p>
            <a:pPr algn="just">
              <a:lnSpc>
                <a:spcPts val="3554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Le GPX est un format XML ouvert, développé en 2002 par TopoGrafix, pour standardiser l'échange de données GPS. Il a résolu le problème des formats propriétaires, rendant le partage universel.</a:t>
            </a:r>
          </a:p>
          <a:p>
            <a:pPr algn="just">
              <a:lnSpc>
                <a:spcPts val="5571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 version actuelle (GPX 1.1) est simple </a:t>
            </a:r>
          </a:p>
          <a:p>
            <a:pPr algn="just">
              <a:lnSpc>
                <a:spcPts val="1617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et compatible avec de nombreux </a:t>
            </a:r>
          </a:p>
          <a:p>
            <a:pPr algn="just">
              <a:lnSpc>
                <a:spcPts val="5571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logiciels et appareils.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7491" y="-101450"/>
            <a:ext cx="18462967" cy="10489398"/>
          </a:xfrm>
          <a:custGeom>
            <a:avLst/>
            <a:gdLst/>
            <a:ahLst/>
            <a:cxnLst/>
            <a:rect r="r" b="b" t="t" l="l"/>
            <a:pathLst>
              <a:path h="10489398" w="18462967">
                <a:moveTo>
                  <a:pt x="0" y="0"/>
                </a:moveTo>
                <a:lnTo>
                  <a:pt x="18462967" y="0"/>
                </a:lnTo>
                <a:lnTo>
                  <a:pt x="18462967" y="10489398"/>
                </a:lnTo>
                <a:lnTo>
                  <a:pt x="0" y="10489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04705" y="1505598"/>
            <a:ext cx="10546537" cy="965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1"/>
              </a:lnSpc>
            </a:pPr>
            <a:r>
              <a:rPr lang="en-US" b="true" sz="557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Structure XML d'un Fichier GPX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18079" y="4098632"/>
            <a:ext cx="4519492" cy="1499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78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&lt;gpx&gt;</a:t>
            </a:r>
          </a:p>
          <a:p>
            <a:pPr algn="l">
              <a:lnSpc>
                <a:spcPts val="3594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Balise principale, contient tous les éléments.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18079" y="7339797"/>
            <a:ext cx="4975279" cy="1043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78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&lt;tr</a:t>
            </a:r>
            <a:r>
              <a:rPr lang="en-US" b="true" sz="278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278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kseg&gt;</a:t>
            </a:r>
          </a:p>
          <a:p>
            <a:pPr algn="l">
              <a:lnSpc>
                <a:spcPts val="3120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Segment du trajet, divise un parcours.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38421" y="4098632"/>
            <a:ext cx="4159114" cy="1499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78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&lt;wpt&gt;</a:t>
            </a:r>
          </a:p>
          <a:p>
            <a:pPr algn="l">
              <a:lnSpc>
                <a:spcPts val="3594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Point de repère (waypoint), lieu d'intérêt.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98843" y="7339797"/>
            <a:ext cx="5250063" cy="1043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78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&lt;tr</a:t>
            </a:r>
            <a:r>
              <a:rPr lang="en-US" b="true" sz="278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278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kpt&gt;</a:t>
            </a:r>
          </a:p>
          <a:p>
            <a:pPr algn="l">
              <a:lnSpc>
                <a:spcPts val="3120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Point du trajet avec latitude et longitude.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359007" y="4098632"/>
            <a:ext cx="3725498" cy="1499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78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&lt;tr</a:t>
            </a:r>
            <a:r>
              <a:rPr lang="en-US" b="true" sz="278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278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k&gt;</a:t>
            </a:r>
          </a:p>
          <a:p>
            <a:pPr algn="l">
              <a:lnSpc>
                <a:spcPts val="3594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Trajet (track), représente un parcours complet.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7491" y="-101039"/>
            <a:ext cx="18462967" cy="10489398"/>
            <a:chOff x="0" y="0"/>
            <a:chExt cx="11557000" cy="6565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72771"/>
              <a:ext cx="11430000" cy="6429375"/>
            </a:xfrm>
            <a:custGeom>
              <a:avLst/>
              <a:gdLst/>
              <a:ahLst/>
              <a:cxnLst/>
              <a:rect r="r" b="b" t="t" l="l"/>
              <a:pathLst>
                <a:path h="6429375" w="11430000">
                  <a:moveTo>
                    <a:pt x="0" y="6429375"/>
                  </a:moveTo>
                  <a:lnTo>
                    <a:pt x="11430000" y="6429375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0"/>
                  </a:moveTo>
                  <a:lnTo>
                    <a:pt x="0" y="9271"/>
                  </a:lnTo>
                  <a:lnTo>
                    <a:pt x="11430000" y="9271"/>
                  </a:lnTo>
                  <a:lnTo>
                    <a:pt x="11430000" y="0"/>
                  </a:lnTo>
                  <a:close/>
                  <a:moveTo>
                    <a:pt x="0" y="6438646"/>
                  </a:moveTo>
                  <a:lnTo>
                    <a:pt x="0" y="6438900"/>
                  </a:lnTo>
                  <a:lnTo>
                    <a:pt x="11430000" y="6438900"/>
                  </a:lnTo>
                  <a:lnTo>
                    <a:pt x="11430000" y="643864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03047" y="2906396"/>
            <a:ext cx="10347380" cy="5782359"/>
            <a:chOff x="0" y="0"/>
            <a:chExt cx="8636000" cy="482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636000" cy="4826000"/>
            </a:xfrm>
            <a:custGeom>
              <a:avLst/>
              <a:gdLst/>
              <a:ahLst/>
              <a:cxnLst/>
              <a:rect r="r" b="b" t="t" l="l"/>
              <a:pathLst>
                <a:path h="4826000" w="8636000">
                  <a:moveTo>
                    <a:pt x="82677" y="0"/>
                  </a:moveTo>
                  <a:cubicBezTo>
                    <a:pt x="71755" y="0"/>
                    <a:pt x="61214" y="2159"/>
                    <a:pt x="51054" y="6350"/>
                  </a:cubicBezTo>
                  <a:cubicBezTo>
                    <a:pt x="40894" y="10541"/>
                    <a:pt x="32004" y="16510"/>
                    <a:pt x="24257" y="24257"/>
                  </a:cubicBezTo>
                  <a:cubicBezTo>
                    <a:pt x="16510" y="32004"/>
                    <a:pt x="10541" y="40894"/>
                    <a:pt x="6350" y="51054"/>
                  </a:cubicBezTo>
                  <a:cubicBezTo>
                    <a:pt x="2159" y="61214"/>
                    <a:pt x="0" y="71755"/>
                    <a:pt x="0" y="82677"/>
                  </a:cubicBezTo>
                  <a:lnTo>
                    <a:pt x="0" y="4743323"/>
                  </a:lnTo>
                  <a:cubicBezTo>
                    <a:pt x="0" y="4754245"/>
                    <a:pt x="2159" y="4764786"/>
                    <a:pt x="6350" y="4774946"/>
                  </a:cubicBezTo>
                  <a:cubicBezTo>
                    <a:pt x="10541" y="4785106"/>
                    <a:pt x="16510" y="4793996"/>
                    <a:pt x="24257" y="4801743"/>
                  </a:cubicBezTo>
                  <a:cubicBezTo>
                    <a:pt x="32004" y="4809490"/>
                    <a:pt x="40894" y="4815459"/>
                    <a:pt x="51054" y="4819650"/>
                  </a:cubicBezTo>
                  <a:cubicBezTo>
                    <a:pt x="60960" y="4823714"/>
                    <a:pt x="71374" y="4825873"/>
                    <a:pt x="82169" y="4826000"/>
                  </a:cubicBezTo>
                  <a:lnTo>
                    <a:pt x="8553831" y="4826000"/>
                  </a:lnTo>
                  <a:cubicBezTo>
                    <a:pt x="8564626" y="4825873"/>
                    <a:pt x="8574913" y="4823841"/>
                    <a:pt x="8584947" y="4819650"/>
                  </a:cubicBezTo>
                  <a:cubicBezTo>
                    <a:pt x="8595106" y="4815459"/>
                    <a:pt x="8603997" y="4809490"/>
                    <a:pt x="8611743" y="4801743"/>
                  </a:cubicBezTo>
                  <a:cubicBezTo>
                    <a:pt x="8619490" y="4793996"/>
                    <a:pt x="8625460" y="4784979"/>
                    <a:pt x="8629650" y="4774946"/>
                  </a:cubicBezTo>
                  <a:cubicBezTo>
                    <a:pt x="8633841" y="4764913"/>
                    <a:pt x="8636000" y="4754245"/>
                    <a:pt x="8636000" y="4743323"/>
                  </a:cubicBezTo>
                  <a:lnTo>
                    <a:pt x="8636000" y="82677"/>
                  </a:lnTo>
                  <a:cubicBezTo>
                    <a:pt x="8636000" y="71755"/>
                    <a:pt x="8633841" y="61214"/>
                    <a:pt x="8629650" y="51054"/>
                  </a:cubicBezTo>
                  <a:cubicBezTo>
                    <a:pt x="8625460" y="40894"/>
                    <a:pt x="8619490" y="32004"/>
                    <a:pt x="8611743" y="24257"/>
                  </a:cubicBezTo>
                  <a:cubicBezTo>
                    <a:pt x="8603997" y="16510"/>
                    <a:pt x="8595106" y="10541"/>
                    <a:pt x="8584946" y="6350"/>
                  </a:cubicBezTo>
                  <a:cubicBezTo>
                    <a:pt x="8574785" y="2159"/>
                    <a:pt x="8564245" y="0"/>
                    <a:pt x="8553323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096047" y="3088997"/>
            <a:ext cx="91300" cy="91300"/>
            <a:chOff x="0" y="0"/>
            <a:chExt cx="57150" cy="571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272525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096047" y="5447591"/>
            <a:ext cx="91300" cy="91300"/>
            <a:chOff x="0" y="0"/>
            <a:chExt cx="57150" cy="571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2926"/>
                    <a:pt x="2159" y="39497"/>
                  </a:cubicBezTo>
                  <a:cubicBezTo>
                    <a:pt x="635" y="36068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272525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04705" y="1246578"/>
            <a:ext cx="7904333" cy="965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1"/>
              </a:lnSpc>
            </a:pPr>
            <a:r>
              <a:rPr lang="en-US" b="true" sz="557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GPX vs. Autres Formats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02379" y="2889953"/>
            <a:ext cx="4845845" cy="3697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4"/>
              </a:lnSpc>
            </a:pPr>
            <a:r>
              <a:rPr lang="en-US" b="true" sz="2228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KML (Keyhole Markup Language):</a:t>
            </a: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Plus riche en fonctionnalités, utilisé par Google Earth/Maps pour des </a:t>
            </a:r>
          </a:p>
          <a:p>
            <a:pPr algn="l">
              <a:lnSpc>
                <a:spcPts val="3833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descriptions géographiques </a:t>
            </a:r>
          </a:p>
          <a:p>
            <a:pPr algn="l">
              <a:lnSpc>
                <a:spcPts val="3354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détaillées.</a:t>
            </a:r>
          </a:p>
          <a:p>
            <a:pPr algn="l">
              <a:lnSpc>
                <a:spcPts val="5272"/>
              </a:lnSpc>
            </a:pPr>
            <a:r>
              <a:rPr lang="en-US" b="true" sz="2228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GeoJSON:</a:t>
            </a: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Basé sur JSON, plus </a:t>
            </a:r>
          </a:p>
          <a:p>
            <a:pPr algn="l">
              <a:lnSpc>
                <a:spcPts val="1916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léger, privilégié pour les applications </a:t>
            </a:r>
          </a:p>
          <a:p>
            <a:pPr algn="l">
              <a:lnSpc>
                <a:spcPts val="5422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web modernes.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49681" y="6680546"/>
            <a:ext cx="5347130" cy="1961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2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Malgré les alternatives, GPX reste le </a:t>
            </a:r>
          </a:p>
          <a:p>
            <a:pPr algn="l">
              <a:lnSpc>
                <a:spcPts val="1617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standard pour l'échange de données </a:t>
            </a:r>
          </a:p>
          <a:p>
            <a:pPr algn="l">
              <a:lnSpc>
                <a:spcPts val="5571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GPS en sport et navigation grand public, </a:t>
            </a:r>
          </a:p>
          <a:p>
            <a:pPr algn="l">
              <a:lnSpc>
                <a:spcPts val="1377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grâce à sa compatibilité universelle.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7491" y="-101039"/>
            <a:ext cx="18462967" cy="10489398"/>
            <a:chOff x="0" y="0"/>
            <a:chExt cx="11557000" cy="6565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72771"/>
              <a:ext cx="11430000" cy="6429375"/>
            </a:xfrm>
            <a:custGeom>
              <a:avLst/>
              <a:gdLst/>
              <a:ahLst/>
              <a:cxnLst/>
              <a:rect r="r" b="b" t="t" l="l"/>
              <a:pathLst>
                <a:path h="6429375" w="11430000">
                  <a:moveTo>
                    <a:pt x="0" y="6429375"/>
                  </a:moveTo>
                  <a:lnTo>
                    <a:pt x="11430000" y="6429375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0"/>
                  </a:moveTo>
                  <a:lnTo>
                    <a:pt x="0" y="9271"/>
                  </a:lnTo>
                  <a:lnTo>
                    <a:pt x="11430000" y="9271"/>
                  </a:lnTo>
                  <a:lnTo>
                    <a:pt x="11430000" y="0"/>
                  </a:lnTo>
                  <a:close/>
                  <a:moveTo>
                    <a:pt x="0" y="6438646"/>
                  </a:moveTo>
                  <a:lnTo>
                    <a:pt x="0" y="6438900"/>
                  </a:lnTo>
                  <a:lnTo>
                    <a:pt x="11430000" y="6438900"/>
                  </a:lnTo>
                  <a:lnTo>
                    <a:pt x="11430000" y="643864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03047" y="3971568"/>
            <a:ext cx="2602062" cy="2602062"/>
            <a:chOff x="0" y="0"/>
            <a:chExt cx="2171700" cy="2171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1700" cy="2171700"/>
            </a:xfrm>
            <a:custGeom>
              <a:avLst/>
              <a:gdLst/>
              <a:ahLst/>
              <a:cxnLst/>
              <a:rect r="r" b="b" t="t" l="l"/>
              <a:pathLst>
                <a:path h="2171700" w="2171700">
                  <a:moveTo>
                    <a:pt x="82677" y="0"/>
                  </a:moveTo>
                  <a:cubicBezTo>
                    <a:pt x="71755" y="0"/>
                    <a:pt x="61214" y="2159"/>
                    <a:pt x="51054" y="6350"/>
                  </a:cubicBezTo>
                  <a:cubicBezTo>
                    <a:pt x="40894" y="10541"/>
                    <a:pt x="32004" y="16510"/>
                    <a:pt x="24257" y="24257"/>
                  </a:cubicBezTo>
                  <a:cubicBezTo>
                    <a:pt x="16510" y="32004"/>
                    <a:pt x="10541" y="40894"/>
                    <a:pt x="6350" y="51054"/>
                  </a:cubicBezTo>
                  <a:cubicBezTo>
                    <a:pt x="2159" y="61214"/>
                    <a:pt x="0" y="71755"/>
                    <a:pt x="0" y="82677"/>
                  </a:cubicBezTo>
                  <a:lnTo>
                    <a:pt x="0" y="2089023"/>
                  </a:lnTo>
                  <a:cubicBezTo>
                    <a:pt x="0" y="2099945"/>
                    <a:pt x="2159" y="2110486"/>
                    <a:pt x="6350" y="2120646"/>
                  </a:cubicBezTo>
                  <a:cubicBezTo>
                    <a:pt x="10541" y="2130806"/>
                    <a:pt x="16510" y="2139696"/>
                    <a:pt x="24257" y="2147443"/>
                  </a:cubicBezTo>
                  <a:cubicBezTo>
                    <a:pt x="32004" y="2155190"/>
                    <a:pt x="40894" y="2161159"/>
                    <a:pt x="51054" y="2165350"/>
                  </a:cubicBezTo>
                  <a:cubicBezTo>
                    <a:pt x="61214" y="2169541"/>
                    <a:pt x="71755" y="2171700"/>
                    <a:pt x="82677" y="2171700"/>
                  </a:cubicBezTo>
                  <a:lnTo>
                    <a:pt x="2089023" y="2171700"/>
                  </a:lnTo>
                  <a:cubicBezTo>
                    <a:pt x="2099945" y="2171700"/>
                    <a:pt x="2110486" y="2169541"/>
                    <a:pt x="2120646" y="2165350"/>
                  </a:cubicBezTo>
                  <a:cubicBezTo>
                    <a:pt x="2130806" y="2161159"/>
                    <a:pt x="2139696" y="2155190"/>
                    <a:pt x="2147443" y="2147443"/>
                  </a:cubicBezTo>
                  <a:cubicBezTo>
                    <a:pt x="2155190" y="2139696"/>
                    <a:pt x="2161159" y="2130679"/>
                    <a:pt x="2165350" y="2120646"/>
                  </a:cubicBezTo>
                  <a:cubicBezTo>
                    <a:pt x="2169541" y="2110613"/>
                    <a:pt x="2171700" y="2099945"/>
                    <a:pt x="2171700" y="2089023"/>
                  </a:cubicBezTo>
                  <a:lnTo>
                    <a:pt x="2171700" y="82677"/>
                  </a:lnTo>
                  <a:cubicBezTo>
                    <a:pt x="2171700" y="71755"/>
                    <a:pt x="2169541" y="61214"/>
                    <a:pt x="2165350" y="51054"/>
                  </a:cubicBezTo>
                  <a:cubicBezTo>
                    <a:pt x="2161159" y="40894"/>
                    <a:pt x="2155190" y="32004"/>
                    <a:pt x="2147443" y="24257"/>
                  </a:cubicBezTo>
                  <a:cubicBezTo>
                    <a:pt x="2139696" y="16510"/>
                    <a:pt x="2130806" y="10541"/>
                    <a:pt x="2120646" y="6350"/>
                  </a:cubicBezTo>
                  <a:cubicBezTo>
                    <a:pt x="2110486" y="2159"/>
                    <a:pt x="2099945" y="0"/>
                    <a:pt x="2089023" y="0"/>
                  </a:cubicBezTo>
                  <a:close/>
                </a:path>
              </a:pathLst>
            </a:custGeom>
            <a:blipFill>
              <a:blip r:embed="rId2"/>
              <a:stretch>
                <a:fillRect l="-125" t="-128" r="-135" b="-137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6541938" y="3971568"/>
            <a:ext cx="2602062" cy="2602062"/>
            <a:chOff x="0" y="0"/>
            <a:chExt cx="2171700" cy="21717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1700" cy="2171700"/>
            </a:xfrm>
            <a:custGeom>
              <a:avLst/>
              <a:gdLst/>
              <a:ahLst/>
              <a:cxnLst/>
              <a:rect r="r" b="b" t="t" l="l"/>
              <a:pathLst>
                <a:path h="2171700" w="2171700">
                  <a:moveTo>
                    <a:pt x="82677" y="0"/>
                  </a:moveTo>
                  <a:cubicBezTo>
                    <a:pt x="71755" y="0"/>
                    <a:pt x="61214" y="2159"/>
                    <a:pt x="51054" y="6350"/>
                  </a:cubicBezTo>
                  <a:cubicBezTo>
                    <a:pt x="40894" y="10541"/>
                    <a:pt x="32004" y="16510"/>
                    <a:pt x="24257" y="24257"/>
                  </a:cubicBezTo>
                  <a:cubicBezTo>
                    <a:pt x="16510" y="32004"/>
                    <a:pt x="10541" y="40894"/>
                    <a:pt x="6350" y="51054"/>
                  </a:cubicBezTo>
                  <a:cubicBezTo>
                    <a:pt x="2159" y="61214"/>
                    <a:pt x="0" y="71755"/>
                    <a:pt x="0" y="82677"/>
                  </a:cubicBezTo>
                  <a:lnTo>
                    <a:pt x="0" y="2089023"/>
                  </a:lnTo>
                  <a:cubicBezTo>
                    <a:pt x="0" y="2099945"/>
                    <a:pt x="2159" y="2110486"/>
                    <a:pt x="6350" y="2120646"/>
                  </a:cubicBezTo>
                  <a:cubicBezTo>
                    <a:pt x="10541" y="2130806"/>
                    <a:pt x="16510" y="2139696"/>
                    <a:pt x="24257" y="2147443"/>
                  </a:cubicBezTo>
                  <a:cubicBezTo>
                    <a:pt x="32004" y="2155190"/>
                    <a:pt x="40894" y="2161159"/>
                    <a:pt x="51054" y="2165350"/>
                  </a:cubicBezTo>
                  <a:cubicBezTo>
                    <a:pt x="61214" y="2169541"/>
                    <a:pt x="71755" y="2171700"/>
                    <a:pt x="82677" y="2171700"/>
                  </a:cubicBezTo>
                  <a:lnTo>
                    <a:pt x="2089023" y="2171700"/>
                  </a:lnTo>
                  <a:cubicBezTo>
                    <a:pt x="2099945" y="2171700"/>
                    <a:pt x="2110486" y="2169541"/>
                    <a:pt x="2120646" y="2165350"/>
                  </a:cubicBezTo>
                  <a:cubicBezTo>
                    <a:pt x="2130806" y="2161159"/>
                    <a:pt x="2139696" y="2155190"/>
                    <a:pt x="2147443" y="2147443"/>
                  </a:cubicBezTo>
                  <a:cubicBezTo>
                    <a:pt x="2155190" y="2139696"/>
                    <a:pt x="2161159" y="2130679"/>
                    <a:pt x="2165350" y="2120646"/>
                  </a:cubicBezTo>
                  <a:cubicBezTo>
                    <a:pt x="2169541" y="2110613"/>
                    <a:pt x="2171700" y="2099945"/>
                    <a:pt x="2171700" y="2089023"/>
                  </a:cubicBezTo>
                  <a:lnTo>
                    <a:pt x="2171700" y="82677"/>
                  </a:lnTo>
                  <a:cubicBezTo>
                    <a:pt x="2171700" y="71755"/>
                    <a:pt x="2169541" y="61214"/>
                    <a:pt x="2165350" y="51054"/>
                  </a:cubicBezTo>
                  <a:cubicBezTo>
                    <a:pt x="2161159" y="40894"/>
                    <a:pt x="2155190" y="32004"/>
                    <a:pt x="2147443" y="24257"/>
                  </a:cubicBezTo>
                  <a:cubicBezTo>
                    <a:pt x="2139696" y="16510"/>
                    <a:pt x="2130806" y="10541"/>
                    <a:pt x="2120646" y="6350"/>
                  </a:cubicBezTo>
                  <a:cubicBezTo>
                    <a:pt x="2110486" y="2159"/>
                    <a:pt x="2099945" y="0"/>
                    <a:pt x="2089023" y="0"/>
                  </a:cubicBezTo>
                  <a:close/>
                </a:path>
              </a:pathLst>
            </a:custGeom>
            <a:blipFill>
              <a:blip r:embed="rId3"/>
              <a:stretch>
                <a:fillRect l="-126" t="-128" r="-135" b="-137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096047" y="3971568"/>
            <a:ext cx="2586845" cy="2602062"/>
            <a:chOff x="0" y="0"/>
            <a:chExt cx="2159000" cy="21717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59000" cy="2171700"/>
            </a:xfrm>
            <a:custGeom>
              <a:avLst/>
              <a:gdLst/>
              <a:ahLst/>
              <a:cxnLst/>
              <a:rect r="r" b="b" t="t" l="l"/>
              <a:pathLst>
                <a:path h="2171700" w="2159000">
                  <a:moveTo>
                    <a:pt x="82677" y="0"/>
                  </a:moveTo>
                  <a:cubicBezTo>
                    <a:pt x="71755" y="0"/>
                    <a:pt x="61214" y="2159"/>
                    <a:pt x="51054" y="6350"/>
                  </a:cubicBezTo>
                  <a:cubicBezTo>
                    <a:pt x="40894" y="10541"/>
                    <a:pt x="32004" y="16510"/>
                    <a:pt x="24257" y="24257"/>
                  </a:cubicBezTo>
                  <a:cubicBezTo>
                    <a:pt x="16510" y="32004"/>
                    <a:pt x="10541" y="40894"/>
                    <a:pt x="6350" y="51054"/>
                  </a:cubicBezTo>
                  <a:cubicBezTo>
                    <a:pt x="2159" y="61214"/>
                    <a:pt x="0" y="71755"/>
                    <a:pt x="0" y="82677"/>
                  </a:cubicBezTo>
                  <a:lnTo>
                    <a:pt x="0" y="2089023"/>
                  </a:lnTo>
                  <a:cubicBezTo>
                    <a:pt x="0" y="2099945"/>
                    <a:pt x="2159" y="2110486"/>
                    <a:pt x="6350" y="2120646"/>
                  </a:cubicBezTo>
                  <a:cubicBezTo>
                    <a:pt x="10541" y="2130806"/>
                    <a:pt x="16510" y="2139696"/>
                    <a:pt x="24257" y="2147443"/>
                  </a:cubicBezTo>
                  <a:cubicBezTo>
                    <a:pt x="32004" y="2155190"/>
                    <a:pt x="40894" y="2161159"/>
                    <a:pt x="51054" y="2165350"/>
                  </a:cubicBezTo>
                  <a:cubicBezTo>
                    <a:pt x="61214" y="2169541"/>
                    <a:pt x="71755" y="2171700"/>
                    <a:pt x="82677" y="2171700"/>
                  </a:cubicBezTo>
                  <a:lnTo>
                    <a:pt x="2076323" y="2171700"/>
                  </a:lnTo>
                  <a:cubicBezTo>
                    <a:pt x="2087245" y="2171700"/>
                    <a:pt x="2097786" y="2169541"/>
                    <a:pt x="2107946" y="2165350"/>
                  </a:cubicBezTo>
                  <a:cubicBezTo>
                    <a:pt x="2118106" y="2161159"/>
                    <a:pt x="2126996" y="2155190"/>
                    <a:pt x="2134743" y="2147443"/>
                  </a:cubicBezTo>
                  <a:cubicBezTo>
                    <a:pt x="2142490" y="2139696"/>
                    <a:pt x="2148459" y="2130679"/>
                    <a:pt x="2152650" y="2120646"/>
                  </a:cubicBezTo>
                  <a:cubicBezTo>
                    <a:pt x="2156841" y="2110613"/>
                    <a:pt x="2159000" y="2099945"/>
                    <a:pt x="2159000" y="2089023"/>
                  </a:cubicBezTo>
                  <a:lnTo>
                    <a:pt x="2159000" y="82677"/>
                  </a:lnTo>
                  <a:cubicBezTo>
                    <a:pt x="2159000" y="71755"/>
                    <a:pt x="2156841" y="61214"/>
                    <a:pt x="2152650" y="51054"/>
                  </a:cubicBezTo>
                  <a:cubicBezTo>
                    <a:pt x="2148459" y="40894"/>
                    <a:pt x="2142490" y="32004"/>
                    <a:pt x="2134743" y="24257"/>
                  </a:cubicBezTo>
                  <a:cubicBezTo>
                    <a:pt x="2126996" y="16510"/>
                    <a:pt x="2118106" y="10541"/>
                    <a:pt x="2107946" y="6350"/>
                  </a:cubicBezTo>
                  <a:cubicBezTo>
                    <a:pt x="2097786" y="2159"/>
                    <a:pt x="2087245" y="0"/>
                    <a:pt x="2076323" y="0"/>
                  </a:cubicBezTo>
                  <a:close/>
                </a:path>
              </a:pathLst>
            </a:custGeom>
            <a:blipFill>
              <a:blip r:embed="rId4"/>
              <a:stretch>
                <a:fillRect l="-126" t="-128" r="-134" b="-137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04705" y="2713426"/>
            <a:ext cx="12534801" cy="746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7"/>
              </a:lnSpc>
            </a:pPr>
            <a:r>
              <a:rPr lang="en-US" b="true" sz="557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Collecte des Données Géographiques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766982" y="3660548"/>
            <a:ext cx="85518" cy="777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64"/>
              </a:lnSpc>
            </a:pPr>
            <a:r>
              <a:rPr lang="en-US" b="true" sz="278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82829" y="3946298"/>
            <a:ext cx="1757685" cy="492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78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Open</a:t>
            </a:r>
            <a:r>
              <a:rPr lang="en-US" b="true" sz="278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278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Data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26925" y="3993923"/>
            <a:ext cx="2367572" cy="3262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73"/>
              </a:lnSpc>
            </a:pPr>
            <a:r>
              <a:rPr lang="en-US" b="true" sz="278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Re</a:t>
            </a:r>
            <a:r>
              <a:rPr lang="en-US" b="true" sz="278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278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l</a:t>
            </a:r>
            <a:r>
              <a:rPr lang="en-US" b="true" sz="278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278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evé</a:t>
            </a:r>
            <a:r>
              <a:rPr lang="en-US" b="true" sz="278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278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 Terrain</a:t>
            </a:r>
          </a:p>
          <a:p>
            <a:pPr algn="just">
              <a:lnSpc>
                <a:spcPts val="3570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Collecte directe des coordonnées GPS avec appareils dédiés ou smartphones.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971051" y="3993923"/>
            <a:ext cx="2423585" cy="3262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73"/>
              </a:lnSpc>
            </a:pPr>
            <a:r>
              <a:rPr lang="en-US" b="true" sz="278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APIs de Car</a:t>
            </a:r>
            <a:r>
              <a:rPr lang="en-US" b="true" sz="278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278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tographie</a:t>
            </a:r>
          </a:p>
          <a:p>
            <a:pPr algn="just">
              <a:lnSpc>
                <a:spcPts val="3570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Récupération de données via Google Maps API, OpenStreetMap, etc.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882829" y="4579011"/>
            <a:ext cx="2193447" cy="3134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0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Utilisation de bases de données publiques pour sites </a:t>
            </a:r>
          </a:p>
          <a:p>
            <a:pPr algn="l">
              <a:lnSpc>
                <a:spcPts val="3235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patrimoniaux ou </a:t>
            </a:r>
          </a:p>
          <a:p>
            <a:pPr algn="l">
              <a:lnSpc>
                <a:spcPts val="3953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itinéraires.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7491" y="-101039"/>
            <a:ext cx="18462967" cy="10489398"/>
            <a:chOff x="0" y="0"/>
            <a:chExt cx="11557000" cy="6565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72771"/>
              <a:ext cx="11430000" cy="6429375"/>
            </a:xfrm>
            <a:custGeom>
              <a:avLst/>
              <a:gdLst/>
              <a:ahLst/>
              <a:cxnLst/>
              <a:rect r="r" b="b" t="t" l="l"/>
              <a:pathLst>
                <a:path h="6429375" w="11430000">
                  <a:moveTo>
                    <a:pt x="0" y="6429375"/>
                  </a:moveTo>
                  <a:lnTo>
                    <a:pt x="11430000" y="6429375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6438900"/>
            </a:xfrm>
            <a:custGeom>
              <a:avLst/>
              <a:gdLst/>
              <a:ahLst/>
              <a:cxnLst/>
              <a:rect r="r" b="b" t="t" l="l"/>
              <a:pathLst>
                <a:path h="6438900" w="11430000">
                  <a:moveTo>
                    <a:pt x="0" y="0"/>
                  </a:moveTo>
                  <a:lnTo>
                    <a:pt x="0" y="9271"/>
                  </a:lnTo>
                  <a:lnTo>
                    <a:pt x="11430000" y="9271"/>
                  </a:lnTo>
                  <a:lnTo>
                    <a:pt x="11430000" y="0"/>
                  </a:lnTo>
                  <a:close/>
                  <a:moveTo>
                    <a:pt x="0" y="6438646"/>
                  </a:moveTo>
                  <a:lnTo>
                    <a:pt x="0" y="6438900"/>
                  </a:lnTo>
                  <a:lnTo>
                    <a:pt x="11430000" y="6438900"/>
                  </a:lnTo>
                  <a:lnTo>
                    <a:pt x="11430000" y="643864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711200" y="3492246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2926"/>
                    <a:pt x="2159" y="39497"/>
                  </a:cubicBezTo>
                  <a:cubicBezTo>
                    <a:pt x="635" y="36068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272525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711200" y="4120896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5941"/>
                    <a:pt x="54991" y="39497"/>
                  </a:cubicBezTo>
                  <a:cubicBezTo>
                    <a:pt x="53594" y="43053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</a:path>
              </a:pathLst>
            </a:custGeom>
            <a:solidFill>
              <a:srgbClr val="272525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952790" y="2906396"/>
            <a:ext cx="10347380" cy="5782359"/>
            <a:chOff x="0" y="0"/>
            <a:chExt cx="8636000" cy="482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636000" cy="4826000"/>
            </a:xfrm>
            <a:custGeom>
              <a:avLst/>
              <a:gdLst/>
              <a:ahLst/>
              <a:cxnLst/>
              <a:rect r="r" b="b" t="t" l="l"/>
              <a:pathLst>
                <a:path h="4826000" w="8636000">
                  <a:moveTo>
                    <a:pt x="82677" y="0"/>
                  </a:moveTo>
                  <a:cubicBezTo>
                    <a:pt x="71755" y="0"/>
                    <a:pt x="61214" y="2159"/>
                    <a:pt x="51054" y="6350"/>
                  </a:cubicBezTo>
                  <a:cubicBezTo>
                    <a:pt x="40894" y="10541"/>
                    <a:pt x="32004" y="16510"/>
                    <a:pt x="24257" y="24257"/>
                  </a:cubicBezTo>
                  <a:cubicBezTo>
                    <a:pt x="16510" y="32004"/>
                    <a:pt x="10541" y="40894"/>
                    <a:pt x="6350" y="51054"/>
                  </a:cubicBezTo>
                  <a:cubicBezTo>
                    <a:pt x="2159" y="61214"/>
                    <a:pt x="0" y="71755"/>
                    <a:pt x="0" y="82677"/>
                  </a:cubicBezTo>
                  <a:lnTo>
                    <a:pt x="0" y="4743323"/>
                  </a:lnTo>
                  <a:cubicBezTo>
                    <a:pt x="0" y="4754245"/>
                    <a:pt x="2159" y="4764786"/>
                    <a:pt x="6350" y="4774946"/>
                  </a:cubicBezTo>
                  <a:cubicBezTo>
                    <a:pt x="10541" y="4785106"/>
                    <a:pt x="16510" y="4793996"/>
                    <a:pt x="24257" y="4801743"/>
                  </a:cubicBezTo>
                  <a:cubicBezTo>
                    <a:pt x="32004" y="4809490"/>
                    <a:pt x="40894" y="4815459"/>
                    <a:pt x="51054" y="4819650"/>
                  </a:cubicBezTo>
                  <a:cubicBezTo>
                    <a:pt x="60960" y="4823714"/>
                    <a:pt x="71374" y="4825873"/>
                    <a:pt x="82169" y="4826000"/>
                  </a:cubicBezTo>
                  <a:lnTo>
                    <a:pt x="8553831" y="4826000"/>
                  </a:lnTo>
                  <a:cubicBezTo>
                    <a:pt x="8564626" y="4825873"/>
                    <a:pt x="8574913" y="4823841"/>
                    <a:pt x="8584947" y="4819650"/>
                  </a:cubicBezTo>
                  <a:cubicBezTo>
                    <a:pt x="8595106" y="4815459"/>
                    <a:pt x="8603997" y="4809490"/>
                    <a:pt x="8611743" y="4801743"/>
                  </a:cubicBezTo>
                  <a:cubicBezTo>
                    <a:pt x="8619490" y="4793996"/>
                    <a:pt x="8625460" y="4784979"/>
                    <a:pt x="8629650" y="4774946"/>
                  </a:cubicBezTo>
                  <a:cubicBezTo>
                    <a:pt x="8633841" y="4764913"/>
                    <a:pt x="8636000" y="4754245"/>
                    <a:pt x="8636000" y="4743323"/>
                  </a:cubicBezTo>
                  <a:lnTo>
                    <a:pt x="8636000" y="82677"/>
                  </a:lnTo>
                  <a:cubicBezTo>
                    <a:pt x="8636000" y="71755"/>
                    <a:pt x="8633841" y="61214"/>
                    <a:pt x="8629650" y="51054"/>
                  </a:cubicBezTo>
                  <a:cubicBezTo>
                    <a:pt x="8625460" y="40894"/>
                    <a:pt x="8619490" y="32004"/>
                    <a:pt x="8611743" y="24257"/>
                  </a:cubicBezTo>
                  <a:cubicBezTo>
                    <a:pt x="8603997" y="16510"/>
                    <a:pt x="8595106" y="10541"/>
                    <a:pt x="8584946" y="6350"/>
                  </a:cubicBezTo>
                  <a:cubicBezTo>
                    <a:pt x="8574785" y="2159"/>
                    <a:pt x="8564245" y="0"/>
                    <a:pt x="8553323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04705" y="1671486"/>
            <a:ext cx="11358943" cy="479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b="true" sz="557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Système de Coordonnées WGS84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8322" y="2562503"/>
            <a:ext cx="81120" cy="616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1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4705" y="2753003"/>
            <a:ext cx="4998682" cy="426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4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Leformat GPX utilise exclusivement 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4705" y="3209505"/>
            <a:ext cx="5333390" cy="1795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4"/>
              </a:lnSpc>
            </a:pPr>
            <a:r>
              <a:rPr lang="en-US" b="true" sz="2228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WGS84 (World Geodetic System 1984)</a:t>
            </a: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standard mondial pour la géolocalisation. Les positions sont exprimées en degrés décimaux 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57403" y="5088481"/>
            <a:ext cx="4879079" cy="2077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1"/>
              </a:lnSpc>
            </a:pPr>
            <a:r>
              <a:rPr lang="en-US" b="true" sz="2228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Latitude :</a:t>
            </a: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de -90° (pôle Sud) à +90° </a:t>
            </a:r>
          </a:p>
          <a:p>
            <a:pPr algn="l">
              <a:lnSpc>
                <a:spcPts val="1617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(pôle Nord)</a:t>
            </a:r>
          </a:p>
          <a:p>
            <a:pPr algn="l">
              <a:lnSpc>
                <a:spcPts val="5571"/>
              </a:lnSpc>
            </a:pPr>
            <a:r>
              <a:rPr lang="en-US" b="true" sz="2228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Longitude :</a:t>
            </a: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de -180° (ouest) à +180° </a:t>
            </a:r>
          </a:p>
          <a:p>
            <a:pPr algn="l">
              <a:lnSpc>
                <a:spcPts val="1617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(est)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4705" y="7249257"/>
            <a:ext cx="5179062" cy="1529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1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Une conversion vers WGS84 est </a:t>
            </a:r>
          </a:p>
          <a:p>
            <a:pPr algn="l">
              <a:lnSpc>
                <a:spcPts val="1617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nécessaire si vos données proviennent </a:t>
            </a:r>
          </a:p>
          <a:p>
            <a:pPr algn="l">
              <a:lnSpc>
                <a:spcPts val="5571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d'autres systèmes (ex: Lambert 93).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7491" y="-101450"/>
            <a:ext cx="18462967" cy="10489398"/>
          </a:xfrm>
          <a:custGeom>
            <a:avLst/>
            <a:gdLst/>
            <a:ahLst/>
            <a:cxnLst/>
            <a:rect r="r" b="b" t="t" l="l"/>
            <a:pathLst>
              <a:path h="10489398" w="18462967">
                <a:moveTo>
                  <a:pt x="0" y="0"/>
                </a:moveTo>
                <a:lnTo>
                  <a:pt x="18462967" y="0"/>
                </a:lnTo>
                <a:lnTo>
                  <a:pt x="18462967" y="10489398"/>
                </a:lnTo>
                <a:lnTo>
                  <a:pt x="0" y="10489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04705" y="2372951"/>
            <a:ext cx="7391620" cy="965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1"/>
              </a:lnSpc>
            </a:pPr>
            <a:r>
              <a:rPr lang="en-US" b="true" sz="557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Outils et Technologies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02862" y="5255104"/>
            <a:ext cx="4620136" cy="1499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78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Python 3.x</a:t>
            </a:r>
          </a:p>
          <a:p>
            <a:pPr algn="l">
              <a:lnSpc>
                <a:spcPts val="3594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Langage de programmation (v3.7+ recommandée).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823204" y="5255104"/>
            <a:ext cx="4333483" cy="1499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78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Bibliothèque gpxpy</a:t>
            </a:r>
          </a:p>
          <a:p>
            <a:pPr algn="l">
              <a:lnSpc>
                <a:spcPts val="3594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Pour la manipulation des fichiers GPX.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343790" y="5255104"/>
            <a:ext cx="3769779" cy="1499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00"/>
              </a:lnSpc>
            </a:pPr>
            <a:r>
              <a:rPr lang="en-US" b="true" sz="278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Environnement de Dev</a:t>
            </a:r>
          </a:p>
          <a:p>
            <a:pPr algn="just">
              <a:lnSpc>
                <a:spcPts val="3594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VS Code, PyCharm, Jupyter Notebook.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4705" y="7447500"/>
            <a:ext cx="1888610" cy="387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Installation de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12245" y="7447500"/>
            <a:ext cx="533407" cy="387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via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50693" y="7406415"/>
            <a:ext cx="782414" cy="398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228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gpxpy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129614" y="7406415"/>
            <a:ext cx="2162755" cy="412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228">
                <a:solidFill>
                  <a:srgbClr val="272525"/>
                </a:solidFill>
                <a:latin typeface="Open Sans"/>
                <a:ea typeface="Open Sans"/>
                <a:cs typeface="Open Sans"/>
                <a:sym typeface="Open Sans"/>
              </a:rPr>
              <a:t>pip install gpxpy.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7491" y="-101450"/>
            <a:ext cx="18462967" cy="10489398"/>
          </a:xfrm>
          <a:custGeom>
            <a:avLst/>
            <a:gdLst/>
            <a:ahLst/>
            <a:cxnLst/>
            <a:rect r="r" b="b" t="t" l="l"/>
            <a:pathLst>
              <a:path h="10489398" w="18462967">
                <a:moveTo>
                  <a:pt x="0" y="0"/>
                </a:moveTo>
                <a:lnTo>
                  <a:pt x="18462967" y="0"/>
                </a:lnTo>
                <a:lnTo>
                  <a:pt x="18462967" y="10489398"/>
                </a:lnTo>
                <a:lnTo>
                  <a:pt x="0" y="10489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04705" y="1109962"/>
            <a:ext cx="13503681" cy="965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1"/>
              </a:lnSpc>
            </a:pPr>
            <a:r>
              <a:rPr lang="en-US" b="true" sz="557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Principe de Génération GPX avec Python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700091" y="6969635"/>
            <a:ext cx="2389535" cy="495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7"/>
              </a:lnSpc>
            </a:pPr>
            <a:r>
              <a:rPr lang="en-US" b="true" sz="2883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Créer un GPX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42110" y="6969635"/>
            <a:ext cx="2747128" cy="495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7"/>
              </a:lnSpc>
            </a:pPr>
            <a:r>
              <a:rPr lang="en-US" b="true" sz="2883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Créer une trace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786572" y="6969635"/>
            <a:ext cx="3234064" cy="495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7"/>
              </a:lnSpc>
            </a:pPr>
            <a:r>
              <a:rPr lang="en-US" b="true" sz="2883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Ajouter des points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224018" y="7070865"/>
            <a:ext cx="2926832" cy="396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4"/>
              </a:lnSpc>
            </a:pPr>
            <a:r>
              <a:rPr lang="en-US" b="true" sz="234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Enregistrer l</a:t>
            </a:r>
            <a:r>
              <a:rPr lang="en-US" b="true" sz="2345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 fichier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4705" y="8725705"/>
            <a:ext cx="11479201" cy="387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Cette méthodologie assure la compatibilité du fichier avec les logiciels et appareils GPS.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6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7491" y="-101450"/>
            <a:ext cx="18462967" cy="10489398"/>
            <a:chOff x="0" y="0"/>
            <a:chExt cx="11557000" cy="6565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73025"/>
              <a:ext cx="11430000" cy="6429375"/>
            </a:xfrm>
            <a:custGeom>
              <a:avLst/>
              <a:gdLst/>
              <a:ahLst/>
              <a:cxnLst/>
              <a:rect r="r" b="b" t="t" l="l"/>
              <a:pathLst>
                <a:path h="6429375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6429375"/>
                  </a:lnTo>
                  <a:lnTo>
                    <a:pt x="0" y="642937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9525"/>
            </a:xfrm>
            <a:custGeom>
              <a:avLst/>
              <a:gdLst/>
              <a:ahLst/>
              <a:cxnLst/>
              <a:rect r="r" b="b" t="t" l="l"/>
              <a:pathLst>
                <a:path h="9525" w="11430000">
                  <a:moveTo>
                    <a:pt x="0" y="0"/>
                  </a:moveTo>
                  <a:lnTo>
                    <a:pt x="0" y="9525"/>
                  </a:lnTo>
                  <a:lnTo>
                    <a:pt x="11430000" y="9525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558800" y="2101850"/>
              <a:ext cx="5133975" cy="2495550"/>
            </a:xfrm>
            <a:custGeom>
              <a:avLst/>
              <a:gdLst/>
              <a:ahLst/>
              <a:cxnLst/>
              <a:rect r="r" b="b" t="t" l="l"/>
              <a:pathLst>
                <a:path h="2495550" w="5133975">
                  <a:moveTo>
                    <a:pt x="0" y="2389251"/>
                  </a:moveTo>
                  <a:lnTo>
                    <a:pt x="0" y="106299"/>
                  </a:lnTo>
                  <a:cubicBezTo>
                    <a:pt x="0" y="99314"/>
                    <a:pt x="635" y="92456"/>
                    <a:pt x="2032" y="85598"/>
                  </a:cubicBezTo>
                  <a:cubicBezTo>
                    <a:pt x="3429" y="78740"/>
                    <a:pt x="5461" y="72136"/>
                    <a:pt x="8128" y="65659"/>
                  </a:cubicBezTo>
                  <a:cubicBezTo>
                    <a:pt x="10795" y="59182"/>
                    <a:pt x="14097" y="53086"/>
                    <a:pt x="17907" y="47244"/>
                  </a:cubicBezTo>
                  <a:cubicBezTo>
                    <a:pt x="21717" y="41402"/>
                    <a:pt x="26162" y="36068"/>
                    <a:pt x="31115" y="31115"/>
                  </a:cubicBezTo>
                  <a:cubicBezTo>
                    <a:pt x="36068" y="26162"/>
                    <a:pt x="41402" y="21717"/>
                    <a:pt x="47244" y="17907"/>
                  </a:cubicBezTo>
                  <a:cubicBezTo>
                    <a:pt x="53086" y="14097"/>
                    <a:pt x="59182" y="10795"/>
                    <a:pt x="65659" y="8128"/>
                  </a:cubicBezTo>
                  <a:cubicBezTo>
                    <a:pt x="72136" y="5461"/>
                    <a:pt x="78740" y="3429"/>
                    <a:pt x="85598" y="2032"/>
                  </a:cubicBezTo>
                  <a:cubicBezTo>
                    <a:pt x="92456" y="635"/>
                    <a:pt x="99314" y="0"/>
                    <a:pt x="106299" y="0"/>
                  </a:cubicBezTo>
                  <a:lnTo>
                    <a:pt x="5027676" y="0"/>
                  </a:lnTo>
                  <a:cubicBezTo>
                    <a:pt x="5034661" y="0"/>
                    <a:pt x="5041519" y="635"/>
                    <a:pt x="5048377" y="2032"/>
                  </a:cubicBezTo>
                  <a:cubicBezTo>
                    <a:pt x="5055235" y="3429"/>
                    <a:pt x="5061839" y="5461"/>
                    <a:pt x="5068316" y="8128"/>
                  </a:cubicBezTo>
                  <a:cubicBezTo>
                    <a:pt x="5074793" y="10795"/>
                    <a:pt x="5080889" y="14097"/>
                    <a:pt x="5086731" y="17907"/>
                  </a:cubicBezTo>
                  <a:cubicBezTo>
                    <a:pt x="5092573" y="21717"/>
                    <a:pt x="5097907" y="26162"/>
                    <a:pt x="5102860" y="31115"/>
                  </a:cubicBezTo>
                  <a:cubicBezTo>
                    <a:pt x="5107813" y="36068"/>
                    <a:pt x="5112258" y="41402"/>
                    <a:pt x="5116068" y="47244"/>
                  </a:cubicBezTo>
                  <a:cubicBezTo>
                    <a:pt x="5119878" y="53086"/>
                    <a:pt x="5123180" y="59182"/>
                    <a:pt x="5125847" y="65659"/>
                  </a:cubicBezTo>
                  <a:cubicBezTo>
                    <a:pt x="5128514" y="72136"/>
                    <a:pt x="5130546" y="78740"/>
                    <a:pt x="5131943" y="85598"/>
                  </a:cubicBezTo>
                  <a:cubicBezTo>
                    <a:pt x="5133340" y="92456"/>
                    <a:pt x="5133975" y="99314"/>
                    <a:pt x="5133975" y="106299"/>
                  </a:cubicBezTo>
                  <a:lnTo>
                    <a:pt x="5133975" y="2389251"/>
                  </a:lnTo>
                  <a:cubicBezTo>
                    <a:pt x="5133975" y="2396236"/>
                    <a:pt x="5133340" y="2403094"/>
                    <a:pt x="5131943" y="2409952"/>
                  </a:cubicBezTo>
                  <a:cubicBezTo>
                    <a:pt x="5130546" y="2416810"/>
                    <a:pt x="5128514" y="2423414"/>
                    <a:pt x="5125847" y="2429891"/>
                  </a:cubicBezTo>
                  <a:cubicBezTo>
                    <a:pt x="5123180" y="2436368"/>
                    <a:pt x="5119878" y="2442464"/>
                    <a:pt x="5116068" y="2448306"/>
                  </a:cubicBezTo>
                  <a:cubicBezTo>
                    <a:pt x="5112258" y="2454148"/>
                    <a:pt x="5107813" y="2459482"/>
                    <a:pt x="5102860" y="2464435"/>
                  </a:cubicBezTo>
                  <a:cubicBezTo>
                    <a:pt x="5097907" y="2469388"/>
                    <a:pt x="5092573" y="2473833"/>
                    <a:pt x="5086731" y="2477643"/>
                  </a:cubicBezTo>
                  <a:cubicBezTo>
                    <a:pt x="5080889" y="2481453"/>
                    <a:pt x="5074793" y="2484755"/>
                    <a:pt x="5068316" y="2487422"/>
                  </a:cubicBezTo>
                  <a:cubicBezTo>
                    <a:pt x="5061839" y="2490089"/>
                    <a:pt x="5055235" y="2492121"/>
                    <a:pt x="5048377" y="2493518"/>
                  </a:cubicBezTo>
                  <a:cubicBezTo>
                    <a:pt x="5041519" y="2494915"/>
                    <a:pt x="5034661" y="2495550"/>
                    <a:pt x="5027676" y="2495550"/>
                  </a:cubicBezTo>
                  <a:lnTo>
                    <a:pt x="106299" y="2495550"/>
                  </a:lnTo>
                  <a:cubicBezTo>
                    <a:pt x="99314" y="2495550"/>
                    <a:pt x="92456" y="2494915"/>
                    <a:pt x="85598" y="2493518"/>
                  </a:cubicBezTo>
                  <a:cubicBezTo>
                    <a:pt x="78740" y="2492121"/>
                    <a:pt x="72136" y="2490089"/>
                    <a:pt x="65659" y="2487422"/>
                  </a:cubicBezTo>
                  <a:cubicBezTo>
                    <a:pt x="59182" y="2484755"/>
                    <a:pt x="53086" y="2481453"/>
                    <a:pt x="47244" y="2477643"/>
                  </a:cubicBezTo>
                  <a:cubicBezTo>
                    <a:pt x="41402" y="2473833"/>
                    <a:pt x="36068" y="2469388"/>
                    <a:pt x="31115" y="2464435"/>
                  </a:cubicBezTo>
                  <a:cubicBezTo>
                    <a:pt x="26162" y="2459482"/>
                    <a:pt x="21717" y="2454148"/>
                    <a:pt x="17907" y="2448306"/>
                  </a:cubicBezTo>
                  <a:cubicBezTo>
                    <a:pt x="14097" y="2442464"/>
                    <a:pt x="10795" y="2436368"/>
                    <a:pt x="8128" y="2429891"/>
                  </a:cubicBezTo>
                  <a:cubicBezTo>
                    <a:pt x="5461" y="2423414"/>
                    <a:pt x="3429" y="2416810"/>
                    <a:pt x="2032" y="2409952"/>
                  </a:cubicBezTo>
                  <a:cubicBezTo>
                    <a:pt x="635" y="2403094"/>
                    <a:pt x="0" y="2396236"/>
                    <a:pt x="0" y="2389251"/>
                  </a:cubicBezTo>
                  <a:close/>
                </a:path>
              </a:pathLst>
            </a:custGeom>
            <a:solidFill>
              <a:srgbClr val="2B0AFF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768350" y="284480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68350" y="3197225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768350" y="3540125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768350" y="3883025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035675" y="2844800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272525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035675" y="3197225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272525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035675" y="3540125"/>
              <a:ext cx="57150" cy="57150"/>
            </a:xfrm>
            <a:custGeom>
              <a:avLst/>
              <a:gdLst/>
              <a:ahLst/>
              <a:cxnLst/>
              <a:rect r="r" b="b" t="t" l="l"/>
              <a:pathLst>
                <a:path h="57150" w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272525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82625" y="4797552"/>
              <a:ext cx="1171194" cy="485394"/>
            </a:xfrm>
            <a:custGeom>
              <a:avLst/>
              <a:gdLst/>
              <a:ahLst/>
              <a:cxnLst/>
              <a:rect r="r" b="b" t="t" l="l"/>
              <a:pathLst>
                <a:path h="485394" w="1171194">
                  <a:moveTo>
                    <a:pt x="0" y="419227"/>
                  </a:moveTo>
                  <a:lnTo>
                    <a:pt x="0" y="66294"/>
                  </a:lnTo>
                  <a:cubicBezTo>
                    <a:pt x="0" y="61976"/>
                    <a:pt x="381" y="57658"/>
                    <a:pt x="1270" y="53340"/>
                  </a:cubicBezTo>
                  <a:cubicBezTo>
                    <a:pt x="2159" y="49022"/>
                    <a:pt x="3429" y="44958"/>
                    <a:pt x="5080" y="40894"/>
                  </a:cubicBezTo>
                  <a:cubicBezTo>
                    <a:pt x="6731" y="36830"/>
                    <a:pt x="8763" y="33020"/>
                    <a:pt x="11176" y="29464"/>
                  </a:cubicBezTo>
                  <a:cubicBezTo>
                    <a:pt x="13589" y="25908"/>
                    <a:pt x="16383" y="22479"/>
                    <a:pt x="19431" y="19431"/>
                  </a:cubicBezTo>
                  <a:cubicBezTo>
                    <a:pt x="22479" y="16383"/>
                    <a:pt x="25908" y="13589"/>
                    <a:pt x="29464" y="11176"/>
                  </a:cubicBezTo>
                  <a:cubicBezTo>
                    <a:pt x="33020" y="8763"/>
                    <a:pt x="36957" y="6731"/>
                    <a:pt x="40894" y="5080"/>
                  </a:cubicBezTo>
                  <a:cubicBezTo>
                    <a:pt x="44831" y="3429"/>
                    <a:pt x="49022" y="2159"/>
                    <a:pt x="53340" y="1270"/>
                  </a:cubicBezTo>
                  <a:cubicBezTo>
                    <a:pt x="57658" y="381"/>
                    <a:pt x="61976" y="0"/>
                    <a:pt x="66294" y="0"/>
                  </a:cubicBezTo>
                  <a:lnTo>
                    <a:pt x="1104900" y="0"/>
                  </a:lnTo>
                  <a:cubicBezTo>
                    <a:pt x="1109218" y="0"/>
                    <a:pt x="1113536" y="381"/>
                    <a:pt x="1117854" y="1270"/>
                  </a:cubicBezTo>
                  <a:cubicBezTo>
                    <a:pt x="1122172" y="2159"/>
                    <a:pt x="1126236" y="3429"/>
                    <a:pt x="1130300" y="5080"/>
                  </a:cubicBezTo>
                  <a:cubicBezTo>
                    <a:pt x="1134364" y="6731"/>
                    <a:pt x="1138174" y="8763"/>
                    <a:pt x="1141730" y="11176"/>
                  </a:cubicBezTo>
                  <a:cubicBezTo>
                    <a:pt x="1145286" y="13589"/>
                    <a:pt x="1148715" y="16383"/>
                    <a:pt x="1151763" y="19431"/>
                  </a:cubicBezTo>
                  <a:cubicBezTo>
                    <a:pt x="1154811" y="22479"/>
                    <a:pt x="1157605" y="25908"/>
                    <a:pt x="1160018" y="29464"/>
                  </a:cubicBezTo>
                  <a:cubicBezTo>
                    <a:pt x="1162431" y="33020"/>
                    <a:pt x="1164463" y="36957"/>
                    <a:pt x="1166114" y="40894"/>
                  </a:cubicBezTo>
                  <a:cubicBezTo>
                    <a:pt x="1167765" y="44831"/>
                    <a:pt x="1169035" y="49022"/>
                    <a:pt x="1169924" y="53340"/>
                  </a:cubicBezTo>
                  <a:cubicBezTo>
                    <a:pt x="1170813" y="57658"/>
                    <a:pt x="1171194" y="61976"/>
                    <a:pt x="1171194" y="66294"/>
                  </a:cubicBezTo>
                  <a:lnTo>
                    <a:pt x="1171194" y="419100"/>
                  </a:lnTo>
                  <a:cubicBezTo>
                    <a:pt x="1171194" y="423418"/>
                    <a:pt x="1170813" y="427736"/>
                    <a:pt x="1169924" y="432054"/>
                  </a:cubicBezTo>
                  <a:cubicBezTo>
                    <a:pt x="1169035" y="436372"/>
                    <a:pt x="1167765" y="440436"/>
                    <a:pt x="1166114" y="444500"/>
                  </a:cubicBezTo>
                  <a:cubicBezTo>
                    <a:pt x="1164463" y="448564"/>
                    <a:pt x="1162431" y="452374"/>
                    <a:pt x="1160018" y="455930"/>
                  </a:cubicBezTo>
                  <a:cubicBezTo>
                    <a:pt x="1157605" y="459486"/>
                    <a:pt x="1154811" y="462915"/>
                    <a:pt x="1151763" y="465963"/>
                  </a:cubicBezTo>
                  <a:cubicBezTo>
                    <a:pt x="1148715" y="469011"/>
                    <a:pt x="1145286" y="471805"/>
                    <a:pt x="1141730" y="474218"/>
                  </a:cubicBezTo>
                  <a:cubicBezTo>
                    <a:pt x="1138174" y="476631"/>
                    <a:pt x="1134237" y="478663"/>
                    <a:pt x="1130300" y="480314"/>
                  </a:cubicBezTo>
                  <a:cubicBezTo>
                    <a:pt x="1126363" y="481965"/>
                    <a:pt x="1122172" y="483235"/>
                    <a:pt x="1117854" y="484124"/>
                  </a:cubicBezTo>
                  <a:cubicBezTo>
                    <a:pt x="1113536" y="485013"/>
                    <a:pt x="1109218" y="485394"/>
                    <a:pt x="1104900" y="485394"/>
                  </a:cubicBezTo>
                  <a:lnTo>
                    <a:pt x="66421" y="485394"/>
                  </a:lnTo>
                  <a:cubicBezTo>
                    <a:pt x="62103" y="485394"/>
                    <a:pt x="57785" y="485013"/>
                    <a:pt x="53467" y="484124"/>
                  </a:cubicBezTo>
                  <a:cubicBezTo>
                    <a:pt x="49149" y="483235"/>
                    <a:pt x="45085" y="481965"/>
                    <a:pt x="41021" y="480314"/>
                  </a:cubicBezTo>
                  <a:cubicBezTo>
                    <a:pt x="36957" y="478663"/>
                    <a:pt x="33147" y="476631"/>
                    <a:pt x="29591" y="474218"/>
                  </a:cubicBezTo>
                  <a:cubicBezTo>
                    <a:pt x="26035" y="471805"/>
                    <a:pt x="22606" y="469011"/>
                    <a:pt x="19558" y="465963"/>
                  </a:cubicBezTo>
                  <a:cubicBezTo>
                    <a:pt x="16510" y="462915"/>
                    <a:pt x="13716" y="459486"/>
                    <a:pt x="11303" y="455930"/>
                  </a:cubicBezTo>
                  <a:cubicBezTo>
                    <a:pt x="8890" y="452374"/>
                    <a:pt x="6858" y="448437"/>
                    <a:pt x="5207" y="444500"/>
                  </a:cubicBezTo>
                  <a:cubicBezTo>
                    <a:pt x="3556" y="440563"/>
                    <a:pt x="2286" y="436372"/>
                    <a:pt x="1397" y="432054"/>
                  </a:cubicBezTo>
                  <a:cubicBezTo>
                    <a:pt x="508" y="427736"/>
                    <a:pt x="127" y="423418"/>
                    <a:pt x="127" y="419100"/>
                  </a:cubicBezTo>
                  <a:close/>
                </a:path>
              </a:pathLst>
            </a:custGeom>
            <a:solidFill>
              <a:srgbClr val="4950BC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04705" y="1916449"/>
            <a:ext cx="7555687" cy="965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1"/>
              </a:lnSpc>
            </a:pPr>
            <a:r>
              <a:rPr lang="en-US" b="true" sz="557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Applications et Limites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3893" y="3520396"/>
            <a:ext cx="2124211" cy="492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785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Cas d'Usage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04454" y="3520396"/>
            <a:ext cx="1209685" cy="492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785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Limites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36591" y="4168119"/>
            <a:ext cx="4375557" cy="2160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2"/>
              </a:lnSpc>
            </a:pPr>
            <a:r>
              <a:rPr lang="en-US" sz="222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Suivi d'activités sportives Navigation GPS personnalisée Cartographie et analyse Création de parcours touristiques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57152" y="4168119"/>
            <a:ext cx="6123077" cy="161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2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Précision dépendante de la source GPS Fichiers volumineux pour des milliers de points Fonctionnalités moins riches que KML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04454" y="5864610"/>
            <a:ext cx="8019006" cy="107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1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Les perspectives incluent le calcul d'itinéraires automatiques </a:t>
            </a:r>
          </a:p>
          <a:p>
            <a:pPr algn="l">
              <a:lnSpc>
                <a:spcPts val="1617"/>
              </a:lnSpc>
            </a:pPr>
            <a:r>
              <a:rPr lang="en-US" sz="2228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et l'enrichissement des données.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DAHAlwDL21Y</dc:identifier>
  <dcterms:modified xsi:type="dcterms:W3CDTF">2011-08-01T06:04:30Z</dcterms:modified>
  <cp:revision>1</cp:revision>
  <dc:title>Créer un GPX</dc:title>
</cp:coreProperties>
</file>